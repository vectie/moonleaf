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Private notes are not table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Supplier review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64008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</a:tblGrid>
              <a:tr h="914400">
                <a:tc>
                  <a:txBody>
                    <a:bodyPr/>
                    <a:lstStyle/>
                    <a:p>
                      <a:r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 costs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914400"/>
          <a:ext cx="64008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</a:tblGrid>
              <a:tr h="457200">
                <a:tc gridSpan="2">
                  <a:txBody>
                    <a:bodyPr/>
                    <a:lstStyle/>
                    <a:p>
                      <a:r>
                        <a:t>Draft estimates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914400" y="1828800"/>
            <a:ext cx="6400800" cy="2743200"/>
            <a:chOff x="914400" y="1828800"/>
            <a:chExt cx="6400800" cy="2743200"/>
          </a:xfrm>
        </p:grpSpPr>
        <p:graphicFrame>
          <p:nvGraphicFramePr>
            <p:cNvPr id="4" name="Table 3"/>
            <p:cNvGraphicFramePr>
              <a:graphicFrameLocks noGrp="1"/>
            </p:cNvGraphicFramePr>
            <p:nvPr/>
          </p:nvGraphicFramePr>
          <p:xfrm>
            <a:off x="914400" y="1828800"/>
            <a:ext cx="6400800" cy="274320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1600200"/>
                  <a:gridCol w="1600200"/>
                  <a:gridCol w="1600200"/>
                  <a:gridCol w="1600200"/>
                </a:tblGrid>
                <a:tr h="685800">
                  <a:tc>
                    <a:txBody>
                      <a:bodyPr/>
                      <a:lstStyle/>
                      <a:p>
                        <a:r>
                          <a:t>id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t>supplier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t>amount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t>notes</a:t>
                        </a:r>
                      </a:p>
                    </a:txBody>
                    <a:tcPr/>
                  </a:tc>
                </a:tr>
                <a:tr h="685800">
                  <a:tc>
                    <a:txBody>
                      <a:bodyPr/>
                      <a:lstStyle/>
                      <a:p>
                        <a:r>
                          <a:t>001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t>雪😀 &amp; Co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t>1200.50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t>Line 1</a:t>
                        </a:r>
                      </a:p>
                      <a:p/>
                      <a:p>
                        <a:r>
                          <a:t>Line 2</a:t>
                        </a:r>
                        <a:br/>
                        <a:r>
                          <a:t>end</a:t>
                        </a:r>
                      </a:p>
                    </a:txBody>
                    <a:tcPr/>
                  </a:tc>
                </a:tr>
                <a:tr h="685800">
                  <a:tc>
                    <a:txBody>
                      <a:bodyPr/>
                      <a:lstStyle/>
                      <a:p>
                        <a:r>
                          <a:t>002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t>Beta, "Labs"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t>900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/>
                    </a:txBody>
                    <a:tcPr/>
                  </a:tc>
                </a:tr>
                <a:tr h="685800">
                  <a:tc>
                    <a:txBody>
                      <a:bodyPr/>
                      <a:lstStyle/>
                      <a:p>
                        <a:r>
                          <a:t>003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t>Gamma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t>1500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t>=1+1</a:t>
                        </a:r>
                      </a:p>
                    </a:txBody>
                    <a:tcPr/>
                  </a:tc>
                </a:tr>
              </a:tbl>
            </a:graphicData>
          </a:graphic>
        </p:graphicFrame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