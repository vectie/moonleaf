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for a decision.</a:t>
            </a:r>
          </a:p>
          <a:p>
            <a:r>
              <a:t>Owner: operations</a:t>
            </a:r>
          </a:p>
          <a:p>
            <a:r>
              <a:t>Do not distribute the draft.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the research estimate.</a:t>
            </a:r>
          </a:p>
          <a:p>
            <a:r>
              <a:t>Budget is not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| October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pilot</a:t>
            </a:r>
          </a:p>
          <a:p>
            <a:r>
              <a:t>Review supplier costs</a:t>
            </a:r>
          </a:p>
          <a:p>
            <a:r>
              <a:t>雪😀 &amp;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&lt;draft&gt;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Line 1</a:t>
                      </a:r>
                    </a:p>
                    <a:p>
                      <a:r>
                        <a:t>Line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