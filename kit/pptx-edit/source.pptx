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Acme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Acme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Client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Acme</a:t>
            </a:r>
            <a:r>
              <a:t>Acme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2286000"/>
            <a:ext cx="4572000" cy="457200"/>
            <a:chOff x="914400" y="2286000"/>
            <a:chExt cx="4572000" cy="457200"/>
          </a:xfrm>
        </p:grpSpPr>
        <p:sp>
          <p:nvSpPr>
            <p:cNvPr id="5" name="TextBox 4"/>
            <p:cNvSpPr txBox="1"/>
            <p:nvPr/>
          </p:nvSpPr>
          <p:spPr>
            <a:xfrm>
              <a:off x="914400" y="2286000"/>
              <a:ext cx="4572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Acme</a:t>
              </a:r>
            </a:p>
          </p:txBody>
        </p:sp>
      </p:grp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200400"/>
          <a:ext cx="4572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Acme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Retain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Client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Acme</a:t>
            </a:r>
            <a:r>
              <a:t>Acme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2286000"/>
            <a:ext cx="4572000" cy="457200"/>
            <a:chOff x="914400" y="2286000"/>
            <a:chExt cx="4572000" cy="457200"/>
          </a:xfrm>
        </p:grpSpPr>
        <p:sp>
          <p:nvSpPr>
            <p:cNvPr id="5" name="TextBox 4"/>
            <p:cNvSpPr txBox="1"/>
            <p:nvPr/>
          </p:nvSpPr>
          <p:spPr>
            <a:xfrm>
              <a:off x="914400" y="2286000"/>
              <a:ext cx="4572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Acme</a:t>
              </a:r>
            </a:p>
          </p:txBody>
        </p:sp>
      </p:grp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200400"/>
          <a:ext cx="4572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Acme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Retain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